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Capacidad del equipo por nivel de riesgo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 dedicada (pts)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Bajo</c:v>
                </c:pt>
                <c:pt idx="1">
                  <c:v>Medio</c:v>
                </c:pt>
                <c:pt idx="2">
                  <c:v>Alto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85.0</c:v>
                </c:pt>
                <c:pt idx="1">
                  <c:v>160.0</c:v>
                </c:pt>
                <c:pt idx="2">
                  <c:v>225.0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Informe de Asignaciones del Equipo de 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Datos sintéticos de 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563EB"/>
                </a:solidFill>
              </a:rPr>
              <a:t>22 de septiembre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87878"/>
                </a:solidFill>
              </a:rPr>
              <a:t>Todos los nombres, casos de uso y cifras son ficticios.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Carga por persona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500" b="1"/>
                        <a:t>Nombre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/>
                        <a:t>Rol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/>
                        <a:t>% dedicación total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/>
                        <a:t>Estado (semáforo)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/>
                        <a:t>Lucía Marín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ML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OK</a:t>
                      </a:r>
                    </a:p>
                  </a:txBody>
                  <a:tcPr>
                    <a:solidFill>
                      <a:srgbClr val="22964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/>
                        <a:t>Diego Ferrán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Data Scientist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OK</a:t>
                      </a:r>
                    </a:p>
                  </a:txBody>
                  <a:tcPr>
                    <a:solidFill>
                      <a:srgbClr val="22964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/>
                        <a:t>Aisha Nassiri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MLOps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115%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Sobrecarga</a:t>
                      </a:r>
                    </a:p>
                  </a:txBody>
                  <a:tcPr>
                    <a:solidFill>
                      <a:srgbClr val="C83737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/>
                        <a:t>Bruno Salgado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AI Product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Holgura</a:t>
                      </a:r>
                    </a:p>
                  </a:txBody>
                  <a:tcPr>
                    <a:solidFill>
                      <a:srgbClr val="D9911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/>
                        <a:t>Yuki Tanaka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Responsible AI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OK</a:t>
                      </a:r>
                    </a:p>
                  </a:txBody>
                  <a:tcPr>
                    <a:solidFill>
                      <a:srgbClr val="22964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/>
                        <a:t>Elena Rossi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Prompt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/>
                        <a:t>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Holgura</a:t>
                      </a:r>
                    </a:p>
                  </a:txBody>
                  <a:tcPr>
                    <a:solidFill>
                      <a:srgbClr val="D9911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43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A5A5A"/>
                </a:solidFill>
              </a:rPr>
              <a:t>Semáforo: Holgura &lt; 70%  ·  OK 70–100%  ·  Sobrecarga &gt; 100%.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Foco por riesgo (NIST)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4023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120"/>
                <a:gridCol w="1341120"/>
                <a:gridCol w="1341120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400" b="1"/>
                        <a:t>Nivel de riesgo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/>
                        <a:t>Capacidad (pts)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/>
                        <a:t>% del total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/>
                        <a:t>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/>
                        <a:t>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/>
                        <a:t>Alto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663440" y="1371600"/>
          <a:ext cx="40233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64646"/>
                </a:solidFill>
              </a:rPr>
              <a:t>El equipo concentra la mayor parte de su capacidad en casos de riesgo alto, seguidos de los de riesgo medio.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Casos de uso de alto riesgo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55448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1158240">
                <a:tc>
                  <a:txBody>
                    <a:bodyPr wrap="square"/>
                    <a:lstStyle/>
                    <a:p>
                      <a:r>
                        <a:rPr sz="1400" b="1"/>
                        <a:t>Caso de uso (riesgo alto)</a:t>
                      </a:r>
                    </a:p>
                  </a:txBody>
                  <a:tcPr>
                    <a:solidFill>
                      <a:srgbClr val="C837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/>
                        <a:t>Descripción</a:t>
                      </a:r>
                    </a:p>
                  </a:txBody>
                  <a:tcPr>
                    <a:solidFill>
                      <a:srgbClr val="C837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/>
                        <a:t>Quién lo cubre</a:t>
                      </a:r>
                    </a:p>
                  </a:txBody>
                  <a:tcPr>
                    <a:solidFill>
                      <a:srgbClr val="C83737"/>
                    </a:solidFill>
                  </a:tcPr>
                </a:tc>
              </a:tr>
              <a:tr h="1158240">
                <a:tc>
                  <a:txBody>
                    <a:bodyPr wrap="square"/>
                    <a:lstStyle/>
                    <a:p>
                      <a:r>
                        <a:rPr sz="1200"/>
                        <a:t>Cribado automático de candidaturas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Sistema de apoyo a decisiones de contratación; alto impacto en personas y obligaciones de equidad y transparencia.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Lucía Marín (60%), Yuki Tanaka (30%), Bruno Salgado (25%)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</a:tr>
              <a:tr h="1158240">
                <a:tc>
                  <a:txBody>
                    <a:bodyPr wrap="square"/>
                    <a:lstStyle/>
                    <a:p>
                      <a:r>
                        <a:rPr sz="1200"/>
                        <a:t>Triaje clínico asistido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Recomendación de prioridad en atención sanitaria; alto riesgo, requiere validación clínica y trazabilidad.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Aisha Nassiri (70%), Yuki Tanaka (40%)</a:t>
                      </a:r>
                    </a:p>
                  </a:txBody>
                  <a:tcPr>
                    <a:solidFill>
                      <a:srgbClr val="FC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3035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783C3C"/>
                </a:solidFill>
              </a:rPr>
              <a:t>Los casos de riesgo alto (NIST) requieren supervisión humana, validación y trazabilidad reforzadas.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de Asignaciones del Equipo de IA</dc:title>
  <dc:subject>Asignaciones y foco de riesgo (NIST) del equipo de IA</dc:subject>
  <dc:creator>Equipo de IA (datos sintéticos)</dc:creator>
  <cp:keywords>IA, asignaciones, NIST, riesgo, carga, datos sintéticos</cp:keywords>
  <dc:description>Datos sintéticos y ficticios de demostración. No contiene datos reales.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