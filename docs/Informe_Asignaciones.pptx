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Capacidad del equipo por nivel de riesgo (pts)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Capacidad dedicada (pts)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Bajo</c:v>
                </c:pt>
                <c:pt idx="1">
                  <c:v>Medio</c:v>
                </c:pt>
                <c:pt idx="2">
                  <c:v>Alto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85.0</c:v>
                </c:pt>
                <c:pt idx="1">
                  <c:v>160.0</c:v>
                </c:pt>
                <c:pt idx="2">
                  <c:v>225.0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148840"/>
            <a:ext cx="2926080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0F203C"/>
                </a:solidFill>
              </a:rPr>
              <a:t>Informe de Asignaciones del Equipo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94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2563EB"/>
                </a:solidFill>
              </a:rPr>
              <a:t>Datos sintéticos de demostración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5A5A5A"/>
                </a:solidFill>
              </a:rPr>
              <a:t>22 de septiembre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C8C8C"/>
                </a:solidFill>
              </a:rPr>
              <a:t>Todos los nombres, casos de uso y cifras son ficticios.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203C"/>
                </a:solidFill>
              </a:rPr>
              <a:t>Carga por persona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87828">
                <a:tc>
                  <a:txBody>
                    <a:bodyPr wrap="square"/>
                    <a:lstStyle/>
                    <a:p>
                      <a:r>
                        <a:rPr sz="1600" b="1"/>
                        <a:t>Nombre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/>
                        <a:t>Rol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/>
                        <a:t>% dedicación total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/>
                        <a:t>Estado (semáforo)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500"/>
                        <a:t>Lucía Marín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/>
                        <a:t>ML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/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22964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500"/>
                        <a:t>Diego Ferrán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/>
                        <a:t>Data Scientist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/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22964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500"/>
                        <a:t>Aisha Nassiri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/>
                        <a:t>MLOps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/>
                        <a:t>115%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Sobrecarga</a:t>
                      </a:r>
                    </a:p>
                  </a:txBody>
                  <a:tcPr>
                    <a:solidFill>
                      <a:srgbClr val="C83737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500"/>
                        <a:t>Bruno Salgado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/>
                        <a:t>AI Product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/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Holgura</a:t>
                      </a:r>
                    </a:p>
                  </a:txBody>
                  <a:tcPr>
                    <a:solidFill>
                      <a:srgbClr val="D99114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500"/>
                        <a:t>Yuki Tanaka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/>
                        <a:t>Responsible AI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/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OK</a:t>
                      </a:r>
                    </a:p>
                  </a:txBody>
                  <a:tcPr>
                    <a:solidFill>
                      <a:srgbClr val="22964F"/>
                    </a:solidFill>
                  </a:tcPr>
                </a:tc>
              </a:tr>
              <a:tr h="587832">
                <a:tc>
                  <a:txBody>
                    <a:bodyPr wrap="square"/>
                    <a:lstStyle/>
                    <a:p>
                      <a:r>
                        <a:rPr sz="1500"/>
                        <a:t>Elena Rossi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/>
                        <a:t>Prompt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/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Holgura</a:t>
                      </a:r>
                    </a:p>
                  </a:txBody>
                  <a:tcPr>
                    <a:solidFill>
                      <a:srgbClr val="D9911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A5A5A"/>
                </a:solidFill>
              </a:rPr>
              <a:t>Semáforo: Holgura &lt; 70%  ·  OK 70–100%  ·  Sobrecarga &gt; 100%.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203C"/>
                </a:solidFill>
              </a:rPr>
              <a:t>Foco por riesgo (NIST)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49377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500" b="1"/>
                        <a:t>Nivel de riesgo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/>
                        <a:t>Capacidad (pts)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/>
                        <a:t>% del total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/>
                        <a:t>Bajo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/>
                        <a:t>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/>
                        <a:t>Alto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/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470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0" y="1463040"/>
          <a:ext cx="56692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548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464646"/>
                </a:solidFill>
              </a:rPr>
              <a:t>El equipo concentra la mayor parte de su capacidad en casos de riesgo alto, seguidos de los de riesgo medio.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28016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F203C"/>
                </a:solidFill>
              </a:rPr>
              <a:t>Casos de uso de alto riesgo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1158240">
                <a:tc>
                  <a:txBody>
                    <a:bodyPr wrap="square"/>
                    <a:lstStyle/>
                    <a:p>
                      <a:r>
                        <a:rPr sz="1500" b="1"/>
                        <a:t>Caso de uso (riesgo alto)</a:t>
                      </a:r>
                    </a:p>
                  </a:txBody>
                  <a:tcPr>
                    <a:solidFill>
                      <a:srgbClr val="C837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/>
                        <a:t>Descripción</a:t>
                      </a:r>
                    </a:p>
                  </a:txBody>
                  <a:tcPr>
                    <a:solidFill>
                      <a:srgbClr val="C837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/>
                        <a:t>Quién lo cubre</a:t>
                      </a:r>
                    </a:p>
                  </a:txBody>
                  <a:tcPr>
                    <a:solidFill>
                      <a:srgbClr val="C83737"/>
                    </a:solidFill>
                  </a:tcPr>
                </a:tc>
              </a:tr>
              <a:tr h="1158240">
                <a:tc>
                  <a:txBody>
                    <a:bodyPr wrap="square"/>
                    <a:lstStyle/>
                    <a:p>
                      <a:r>
                        <a:rPr sz="1300"/>
                        <a:t>Cribado automático de candidaturas</a:t>
                      </a:r>
                    </a:p>
                  </a:txBody>
                  <a:tcPr>
                    <a:solidFill>
                      <a:srgbClr val="FC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Sistema de apoyo a decisiones de contratación; alto impacto en personas y obligaciones de equidad y transparencia.</a:t>
                      </a:r>
                    </a:p>
                  </a:txBody>
                  <a:tcPr>
                    <a:solidFill>
                      <a:srgbClr val="FC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Lucía Marín (60%), Yuki Tanaka (30%), Bruno Salgado (25%)</a:t>
                      </a:r>
                    </a:p>
                  </a:txBody>
                  <a:tcPr>
                    <a:solidFill>
                      <a:srgbClr val="FCF4F4"/>
                    </a:solidFill>
                  </a:tcPr>
                </a:tc>
              </a:tr>
              <a:tr h="1158240">
                <a:tc>
                  <a:txBody>
                    <a:bodyPr wrap="square"/>
                    <a:lstStyle/>
                    <a:p>
                      <a:r>
                        <a:rPr sz="1300"/>
                        <a:t>Triaje clínico asistido</a:t>
                      </a:r>
                    </a:p>
                  </a:txBody>
                  <a:tcPr>
                    <a:solidFill>
                      <a:srgbClr val="FC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Recomendación de prioridad en atención sanitaria; alto riesgo, requiere validación clínica y trazabilidad.</a:t>
                      </a:r>
                    </a:p>
                  </a:txBody>
                  <a:tcPr>
                    <a:solidFill>
                      <a:srgbClr val="FCF4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Aisha Nassiri (70%), Yuki Tanaka (40%)</a:t>
                      </a:r>
                    </a:p>
                  </a:txBody>
                  <a:tcPr>
                    <a:solidFill>
                      <a:srgbClr val="FCF4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035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783C3C"/>
                </a:solidFill>
              </a:rPr>
              <a:t>Los casos de riesgo alto (NIST) requieren supervisión humana, validación y trazabilidad reforzadas.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de Asignaciones del Equipo de IA</dc:title>
  <dc:subject>Asignaciones y foco de riesgo (NIST) del equipo de IA</dc:subject>
  <dc:creator>Equipo de IA (datos sintéticos)</dc:creator>
  <cp:keywords>IA, asignaciones, NIST, riesgo, carga, datos sintéticos</cp:keywords>
  <dc:description>Datos sintéticos y ficticios de demostración. No contiene datos reales.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